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Archivo Black"/>
      <p:regular r:id="rId201314"/>
    </p:embeddedFont>
    <p:embeddedFont>
      <p:font typeface="Atkinson Hyperlegible Bold"/>
      <p:regular r:id="rId201315"/>
    </p:embeddedFont>
    <p:embeddedFont>
      <p:font typeface="IBM Plex Mono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889000"/>
            <a:ext cx="6603835" cy="4953000"/>
          </a:xfrm>
          <a:prstGeom prst="roundRect">
            <a:avLst>
              <a:gd name="adj" fmla="val 654"/>
            </a:avLst>
          </a:prstGeom>
          <a:solidFill>
            <a:srgbClr val="F4F0E6"/>
          </a:solidFill>
          <a:ln w="25399">
            <a:solidFill>
              <a:srgbClr val="1E6F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173" y="1300596"/>
            <a:ext cx="64006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DESIGN AND ANALYSIS OF ALGORITHMS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2173" y="1884644"/>
            <a:ext cx="5791055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800" spc="-72" kern="100" dirty="0">
                <a:solidFill>
                  <a:srgbClr val="22282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FIBONACCI</a:t>
            </a:r>
            <a:endParaRPr lang="en-US" sz="48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4800" spc="-72" kern="100" dirty="0">
                <a:solidFill>
                  <a:srgbClr val="1E6FB8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JOURNEY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2173" y="3129756"/>
            <a:ext cx="579105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From Naive Recursion to Space Optimization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2173" y="3591719"/>
            <a:ext cx="4247052" cy="336649"/>
          </a:xfrm>
          <a:prstGeom prst="rect">
            <a:avLst/>
          </a:prstGeom>
          <a:noFill/>
          <a:ln w="6350">
            <a:solidFill>
              <a:srgbClr val="222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1650" y="3671268"/>
            <a:ext cx="459768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B.TECH COMPUTER SCIENCE ENGINEERING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2026-10-20T16:46:51Z</dcterms:created>
  <dcterms:modified xsi:type="dcterms:W3CDTF">2026-10-20T16:46:51Z</dcterms:modified>
</cp:coreProperties>
</file>